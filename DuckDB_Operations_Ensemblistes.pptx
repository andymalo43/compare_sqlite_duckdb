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Comparaison de Jeux de Données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Opérations Ensemblistes Essentielles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86200" y="3840480"/>
            <a:ext cx="731520" cy="73152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3977640" y="3977640"/>
            <a:ext cx="274320" cy="274320"/>
          </a:xfrm>
          <a:prstGeom prst="ellipse">
            <a:avLst/>
          </a:prstGeom>
          <a:solidFill>
            <a:srgbClr val="FFE800"/>
          </a:solidFill>
          <a:ln/>
        </p:spPr>
      </p:sp>
      <p:sp>
        <p:nvSpPr>
          <p:cNvPr id="6" name="Shape 4"/>
          <p:cNvSpPr/>
          <p:nvPr/>
        </p:nvSpPr>
        <p:spPr>
          <a:xfrm>
            <a:off x="4297680" y="4069080"/>
            <a:ext cx="137160" cy="137160"/>
          </a:xfrm>
          <a:prstGeom prst="ellipse">
            <a:avLst/>
          </a:prstGeom>
          <a:solidFill>
            <a:srgbClr val="FFE8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DuckDB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des Opérations Ensemblistes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2286000" cy="2286000"/>
          </a:xfrm>
          <a:prstGeom prst="ellipse">
            <a:avLst/>
          </a:prstGeom>
          <a:solidFill>
            <a:srgbClr val="065A82">
              <a:alpha val="50000"/>
            </a:srgbClr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560320" y="1371600"/>
            <a:ext cx="2286000" cy="2286000"/>
          </a:xfrm>
          <a:prstGeom prst="ellipse">
            <a:avLst/>
          </a:prstGeom>
          <a:solidFill>
            <a:srgbClr val="B85B73">
              <a:alpha val="50000"/>
            </a:srgbClr>
          </a:solidFill>
          <a:ln w="25400">
            <a:solidFill>
              <a:srgbClr val="B85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2860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560320" y="21945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∩ 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0" y="164592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opérations ensemblistes permettent de comparer et combiner des jeux de données.
</a:t>
            </a:r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opérations principales :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EXCEPT (différence)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UNION (union)
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INTERSECT (intersection)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914400"/>
          </a:xfrm>
          <a:prstGeom prst="roundRect">
            <a:avLst/>
          </a:prstGeom>
          <a:solidFill>
            <a:srgbClr val="028090">
              <a:alpha val="8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Cas d'usage typiques : 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Détection de différences entre environnements (prod vs dev), </a:t>
            </a:r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réconciliation de données, identification de doublons, audits de conformité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EXCEPT - Différence Ensembliste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1828800" cy="1828800"/>
          </a:xfrm>
          <a:prstGeom prst="ellipse">
            <a:avLst/>
          </a:prstGeom>
          <a:solidFill>
            <a:srgbClr val="065A82">
              <a:alpha val="70000"/>
            </a:srgbClr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64592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5B73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1371600" y="2377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EXCEPT 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 SQL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84048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table_b;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Retourne les lignes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présentes dans 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mais absentes de 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Avantages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411480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Détection rapide des données manquantes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Idéal pour audits et réconciliations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Dédoublonne automatiquement (EXCEPT)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Performance optimale avec index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Inconvénients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4297680"/>
            <a:ext cx="3840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Sensible à l'ordre des colonnes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 montre pas les différences dans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Coûteux sur très gros volumes sans index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Pas d'info sur QUI a changé QUOI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UNION ALL - Combinaison Complète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1828800" cy="1828800"/>
          </a:xfrm>
          <a:prstGeom prst="ellipse">
            <a:avLst/>
          </a:prstGeom>
          <a:solidFill>
            <a:srgbClr val="065A82">
              <a:alpha val="70000"/>
            </a:srgbClr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1645920"/>
            <a:ext cx="1828800" cy="1828800"/>
          </a:xfrm>
          <a:prstGeom prst="ellipse">
            <a:avLst/>
          </a:prstGeom>
          <a:solidFill>
            <a:srgbClr val="B85B73">
              <a:alpha val="70000"/>
            </a:srgbClr>
          </a:solidFill>
          <a:ln w="38100">
            <a:solidFill>
              <a:srgbClr val="B85B7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UNION ALL 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 SQL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384048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table_b;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Retourne TOUTES 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lignes de A et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(avec doublons)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Avantages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4297680"/>
            <a:ext cx="411480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389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Très performant (pas de déduplication)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Conserve tous les enregistrements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Parfait pour consolidation multi-sources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et prévisible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Inconvénients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846320" y="4297680"/>
            <a:ext cx="3840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Peut créer des doublons massifs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 détecte pas les différences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Volume de données doublé minimum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Nécessite traitement post-union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INTERSECT - Éléments Communs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97280" y="164592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103120" y="1645920"/>
            <a:ext cx="1828800" cy="1828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5B73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783080" y="1874520"/>
            <a:ext cx="1097280" cy="1371600"/>
          </a:xfrm>
          <a:prstGeom prst="ellipse">
            <a:avLst/>
          </a:prstGeom>
          <a:solidFill>
            <a:srgbClr val="028090">
              <a:alpha val="70000"/>
            </a:srgbClr>
          </a:solidFill>
          <a:ln w="381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377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∩ B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Syntaxe SQL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011680"/>
          </a:xfrm>
          <a:prstGeom prst="rect">
            <a:avLst/>
          </a:prstGeom>
          <a:solidFill>
            <a:srgbClr val="2D2D2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64592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table_b;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Retourne uniquement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les lignes présentes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dans A ET dans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Avantages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411480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Validation de cohérence entre sources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Détection des données synchronisées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Utile pour contrôles qualité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Résultat compact et pertinent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840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Inconvénients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846320" y="4297680"/>
            <a:ext cx="3840480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4389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Ne montre pas les différences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Masque les problèmes de données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Peut être lent sans index appropriés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Résultat vide si aucune concordance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Tableau Comparatif des 3 Opérations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2560320"/>
                <a:gridCol w="2194560"/>
              </a:tblGrid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Opération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Résultat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 d'usage principal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EXCEPT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 - 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Lignes dans 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pas dans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Détection des données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manquantes ou supprimées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Rapide avec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Moyen sans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UNION 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 + 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Toutes les lignes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 A et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Consolidation multi-sources,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agrégation de données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⚡⚡ Très rapide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(pas de dédup)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INTERSECT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 ∩ B)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Lignes présentes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dans A ET 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 de cohérence,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contrôle qualité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⚡ Rapide avec index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1295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⚠️ Lent sur gros volumes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C729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4572000"/>
            <a:ext cx="8229600" cy="640080"/>
          </a:xfrm>
          <a:prstGeom prst="rect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46634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Astuce DuckDB : Les 3 opérations sont hautement optimisées et peuvent traiter des millions de lignes en quelques secondes grâce au moteur OLAP vectorisé.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Exemple Pratique : Audit Base de Données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1C7293">
              <a:alpha val="8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Scénario : Comparer les clients entre la base de PRODUCTION et DEV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2560320"/>
          </a:xfrm>
          <a:prstGeom prst="rect">
            <a:avLst/>
          </a:prstGeom>
          <a:solidFill>
            <a:srgbClr val="2D2D2D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20240"/>
            <a:ext cx="795528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-- 1. Clients en PROD mais absents de DEV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client_id, nom, prenom FROM prod.client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client_id, nom, prenom FROM dev.client;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-- 2. Tous les clients (fusion PROD + DEV)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'PROD' as source, * FROM prod.client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UNION ALL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'DEV' as source, * FROM dev.client;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-- 3. Clients identiques dans les deux bases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client_id, nom, prenom FROM prod.client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INTERSECT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00FF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client_id, nom, prenom FROM dev.client;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Résultats Attendus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4937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1 : Identifie les clients à synchroniser vers DEV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2 : Vue globale avec provenance des données (analyse de volume)</a:t>
            </a:r>
            <a:endParaRPr lang="en-US" sz="13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Requête 3 : Validation que les données communes sont cohérentes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Bonnes Pratiques &amp; Optimisations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430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Créez des index sur les colonnes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jointure pour EXCEPT 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INTERSECT. Gains de 10-100x.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40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Filtrage Préalable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920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Appliquez des WHERE avant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opérations ensemblistes.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Réduit le volume traité.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📏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14300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Ordre des Colonnes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 et INTERSECT sont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sensibles à l'ordre. Alignez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SELECT explicitement.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3200400"/>
            <a:ext cx="402336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3337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5440680" y="33832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vs UNION ALL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8404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Préférez UNION ALL si vous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n'avez pas besoin de déduplication.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5-10x plus rapide.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754880"/>
            <a:ext cx="8229600" cy="548640"/>
          </a:xfrm>
          <a:prstGeom prst="rect">
            <a:avLst/>
          </a:prstGeom>
          <a:solidFill>
            <a:srgbClr val="990011">
              <a:alpha val="85000"/>
            </a:srgbClr>
          </a:solidFill>
          <a:ln w="25400">
            <a:solidFill>
              <a:srgbClr val="9900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8463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900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Attention : Sur des tables de millions de lignes sans index, EXCEPT et INTERSECT peuvent prendre plusieurs minutes. Testez sur échantillon d'abord 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Résumé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3 opérations ensemblistes sont des outils puissants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la comparaison et l'analyse de données :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 → Trouve les différences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ALL → Combine tout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INTERSECT → Identifie les similitudes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Choisissez l'opération selon votre besoin métier,</a:t>
            </a:r>
            <a:endParaRPr lang="en-US" sz="1800" dirty="0"/>
          </a:p>
          <a:p>
            <a:pPr algn="ctr"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selon l'habitude !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solidFill>
            <a:srgbClr val="0280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572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Testez sur vos données dès maintenant 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Comparaison de Jeux de Données avec DuckDB</dc:title>
  <dc:subject>Opérations Ensemblistes</dc:subject>
  <dc:creator>Andy</dc:creator>
  <cp:lastModifiedBy>Andy</cp:lastModifiedBy>
  <cp:revision>1</cp:revision>
  <dcterms:created xsi:type="dcterms:W3CDTF">2026-02-12T21:56:45Z</dcterms:created>
  <dcterms:modified xsi:type="dcterms:W3CDTF">2026-02-12T21:56:45Z</dcterms:modified>
</cp:coreProperties>
</file>